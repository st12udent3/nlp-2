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28313A-A53A-435D-BD2B-BD5A3C2EC7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74474E4-F766-CE03-FF17-D263569B83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5861DB-B329-F181-D862-0DBF65AE4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B0A88-4F62-4A56-81CB-864C80A1DA0A}" type="datetimeFigureOut">
              <a:rPr lang="de-AT" smtClean="0"/>
              <a:t>30.06.2026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AF652B-5166-DA06-2000-911BBF713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7F046D-5994-94A8-D3BF-F49EC4A54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50FF-8712-45B1-A964-5C1F9A87F52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55967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F0DF66-87B4-3D18-72E4-9D98A2925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BBCEAE-7CB2-63A7-916D-C2097F63B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B7F19B-5D1A-F8BA-F98E-D5ECCBC1C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B0A88-4F62-4A56-81CB-864C80A1DA0A}" type="datetimeFigureOut">
              <a:rPr lang="de-AT" smtClean="0"/>
              <a:t>30.06.2026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C0691E1-7BB9-451F-51E4-D8B827372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2EF64C-9CC4-6C29-FCF6-DB47894B8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50FF-8712-45B1-A964-5C1F9A87F52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81442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C44B3D-0804-F438-25E8-8C2F8EEAF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7BEFB2-F8C6-D45A-E610-B7B463B41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CE0E2A-1AAC-15B6-9BC9-66F9B67A8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B0A88-4F62-4A56-81CB-864C80A1DA0A}" type="datetimeFigureOut">
              <a:rPr lang="de-AT" smtClean="0"/>
              <a:t>30.06.2026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474FF61-77CC-EE64-C9C9-45612949A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6C4F8B7-9A6F-F4B0-D479-BA38111A9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50FF-8712-45B1-A964-5C1F9A87F52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43650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0F5FE5-A2F9-2E02-F261-0BDE7F020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B007880-8658-F980-F923-1B4AE3AC22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A8B7B69-0EEF-C96B-E47B-FF3CCD176F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693303-48E5-F30C-ECBC-E135E97FD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B0A88-4F62-4A56-81CB-864C80A1DA0A}" type="datetimeFigureOut">
              <a:rPr lang="de-AT" smtClean="0"/>
              <a:t>30.06.2026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BABA104-12E4-D532-478A-8F111618F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B9E496-6559-32FC-2713-95B94B7E1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50FF-8712-45B1-A964-5C1F9A87F52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689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00BAD7-EA84-0C0D-3C13-68E70C2C5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6D1081B-B7E2-8714-189C-65F812F88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D251F45-A14F-16E0-159D-ECD328412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1994FF9-2AA3-9164-9020-19038592AB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FE0F967-6205-86A2-FE38-4D1C014180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8D071C7-125D-1732-D785-3B26BF10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B0A88-4F62-4A56-81CB-864C80A1DA0A}" type="datetimeFigureOut">
              <a:rPr lang="de-AT" smtClean="0"/>
              <a:t>30.06.2026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8E50AFF-812D-E1EA-708E-6E824BCF0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7DC014C-C831-4D42-54BC-EFE2F7566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50FF-8712-45B1-A964-5C1F9A87F52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94005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329559-48B9-B65C-C4F6-4FA1A52B5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C88F18E-BEF5-CB1C-57FD-6B03A2168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B0A88-4F62-4A56-81CB-864C80A1DA0A}" type="datetimeFigureOut">
              <a:rPr lang="de-AT" smtClean="0"/>
              <a:t>30.06.2026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ADC55C3-AB90-2B9A-32AB-B1665564E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34BD9F1-DF7F-067B-B9AD-3D0ECC9F2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50FF-8712-45B1-A964-5C1F9A87F52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03920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CED324A-E2C4-D9B8-ACF9-89130DEAF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B0A88-4F62-4A56-81CB-864C80A1DA0A}" type="datetimeFigureOut">
              <a:rPr lang="de-AT" smtClean="0"/>
              <a:t>30.06.2026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D6475EA-F92F-BC61-0688-F6F5A6C3E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2259F27-E802-35EA-B1E2-E76DCC0EC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50FF-8712-45B1-A964-5C1F9A87F52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73355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A9E765-5571-55CB-FACD-A75F2D666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024E56-161C-A711-4E2F-499F06CF8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9106BAE-07F3-EEBC-FAD1-294CC949DA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5FF11D-F26B-DDF3-F83C-F409B30B3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B0A88-4F62-4A56-81CB-864C80A1DA0A}" type="datetimeFigureOut">
              <a:rPr lang="de-AT" smtClean="0"/>
              <a:t>30.06.2026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7137CDD-94D3-46EC-53FF-92FE82BAD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049761A-0791-87E4-5661-2C353CE45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50FF-8712-45B1-A964-5C1F9A87F52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84991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F38556-93E6-7951-8816-04EF59A78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C52E1F4-9241-E5B7-0715-BEF64C1F1C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F25C16C-3343-A089-DD1B-D85CD9ED37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71FE889-621D-FFAD-3136-F674BA4ED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B0A88-4F62-4A56-81CB-864C80A1DA0A}" type="datetimeFigureOut">
              <a:rPr lang="de-AT" smtClean="0"/>
              <a:t>30.06.2026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FB01988-0D30-5462-8D99-B0ACC9861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7F37EE1-2ACE-9792-E591-4C651C213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50FF-8712-45B1-A964-5C1F9A87F52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71484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5E7BCF-3CB7-DF7C-D258-1E32823E2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67BB9E1-2955-F963-BC9E-0F68D9E319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AA572B-DE29-7AE0-8164-25166BCBB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B0A88-4F62-4A56-81CB-864C80A1DA0A}" type="datetimeFigureOut">
              <a:rPr lang="de-AT" smtClean="0"/>
              <a:t>30.06.2026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6BB8CA-79B4-6E87-88E1-E52C0285F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6A655A-2B0E-458E-E3C5-C97604323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50FF-8712-45B1-A964-5C1F9A87F52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82755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340EBFC-0F8D-361D-0E0D-9B60B17381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83A4DAF-986C-5813-7D97-49EEDBE452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963FED-7A77-6287-C95B-1B523DBDD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B0A88-4F62-4A56-81CB-864C80A1DA0A}" type="datetimeFigureOut">
              <a:rPr lang="de-AT" smtClean="0"/>
              <a:t>30.06.2026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1DD09A-B9E6-4BE3-6B3C-FE22BF172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016CC8-8C8B-642A-A462-D6F30D5DF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50FF-8712-45B1-A964-5C1F9A87F52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93008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8504554-108F-12E5-A089-82349CA0F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8CA88BA-45B0-85E9-B437-ED2B80605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8E29E0D-2F3F-C856-30C5-DC9481DAB2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2B0A88-4F62-4A56-81CB-864C80A1DA0A}" type="datetimeFigureOut">
              <a:rPr lang="de-AT" smtClean="0"/>
              <a:t>30.06.2026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724524-369E-17B2-6C64-0AA1A6781A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97B0F8-4895-108F-3927-6EFB99A5FC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A250FF-8712-45B1-A964-5C1F9A87F52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72152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65A6C0-DCA3-0060-1E7D-A057818E1B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094B0E9-3BD5-EF8C-0981-60768154D1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34191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6BDF84-E425-0CA9-92F0-04C60D917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Goal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E38912-3B6B-47C9-662C-9952335D3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Fine tune a </a:t>
            </a:r>
            <a:r>
              <a:rPr lang="de-DE" dirty="0" err="1"/>
              <a:t>weak</a:t>
            </a:r>
            <a:r>
              <a:rPr lang="de-DE" dirty="0"/>
              <a:t> </a:t>
            </a:r>
            <a:r>
              <a:rPr lang="de-DE" dirty="0" err="1"/>
              <a:t>neural</a:t>
            </a:r>
            <a:r>
              <a:rPr lang="de-DE" dirty="0"/>
              <a:t> network, so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learns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describe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connections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papers</a:t>
            </a:r>
            <a:endParaRPr lang="de-DE" dirty="0"/>
          </a:p>
          <a:p>
            <a:endParaRPr lang="de-DE" dirty="0"/>
          </a:p>
          <a:p>
            <a:r>
              <a:rPr lang="de-DE" dirty="0"/>
              <a:t>Method: </a:t>
            </a:r>
            <a:r>
              <a:rPr lang="de-DE" dirty="0" err="1"/>
              <a:t>Distilling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a strong </a:t>
            </a:r>
            <a:r>
              <a:rPr lang="de-DE" dirty="0" err="1"/>
              <a:t>model</a:t>
            </a:r>
            <a:endParaRPr lang="de-DE" dirty="0"/>
          </a:p>
          <a:p>
            <a:endParaRPr lang="de-DE" dirty="0"/>
          </a:p>
          <a:p>
            <a:r>
              <a:rPr lang="de-DE" dirty="0"/>
              <a:t>Data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vector</a:t>
            </a:r>
            <a:r>
              <a:rPr lang="de-DE" dirty="0"/>
              <a:t> </a:t>
            </a:r>
            <a:r>
              <a:rPr lang="de-DE" dirty="0" err="1"/>
              <a:t>db</a:t>
            </a:r>
            <a:r>
              <a:rPr lang="de-DE" dirty="0"/>
              <a:t> and </a:t>
            </a:r>
            <a:r>
              <a:rPr lang="de-DE" dirty="0" err="1"/>
              <a:t>knowledge</a:t>
            </a:r>
            <a:r>
              <a:rPr lang="de-DE" dirty="0"/>
              <a:t> </a:t>
            </a:r>
            <a:r>
              <a:rPr lang="de-DE" dirty="0" err="1"/>
              <a:t>graph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147628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35596-227A-CF8F-1CC6-1F7F62AE9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E8DBF3-D10B-0912-4E0B-7EAF6C055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Retrieved</a:t>
            </a:r>
            <a:r>
              <a:rPr lang="de-DE" dirty="0"/>
              <a:t> </a:t>
            </a:r>
            <a:r>
              <a:rPr lang="de-DE" dirty="0" err="1"/>
              <a:t>data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A69503-4DE8-647C-D7E9-A40A6CC81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Data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scientific</a:t>
            </a:r>
            <a:r>
              <a:rPr lang="de-DE" dirty="0"/>
              <a:t> </a:t>
            </a:r>
            <a:r>
              <a:rPr lang="de-DE" dirty="0" err="1"/>
              <a:t>papers</a:t>
            </a:r>
            <a:endParaRPr lang="de-DE" dirty="0"/>
          </a:p>
          <a:p>
            <a:endParaRPr lang="de-DE" dirty="0"/>
          </a:p>
          <a:p>
            <a:r>
              <a:rPr lang="de-DE" dirty="0"/>
              <a:t>AI </a:t>
            </a:r>
            <a:r>
              <a:rPr lang="de-DE" dirty="0" err="1"/>
              <a:t>topics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Semantic</a:t>
            </a:r>
            <a:r>
              <a:rPr lang="de-DE" dirty="0"/>
              <a:t> Scholar API</a:t>
            </a:r>
            <a:endParaRPr lang="de-AT" dirty="0"/>
          </a:p>
          <a:p>
            <a:pPr lvl="1"/>
            <a:r>
              <a:rPr lang="de-AT" dirty="0" err="1"/>
              <a:t>PaperID</a:t>
            </a:r>
            <a:endParaRPr lang="de-AT" dirty="0"/>
          </a:p>
          <a:p>
            <a:pPr lvl="1"/>
            <a:r>
              <a:rPr lang="de-AT" dirty="0"/>
              <a:t>Abstract</a:t>
            </a:r>
          </a:p>
          <a:p>
            <a:pPr lvl="1"/>
            <a:r>
              <a:rPr lang="de-AT" dirty="0" err="1"/>
              <a:t>Authors</a:t>
            </a:r>
            <a:endParaRPr lang="de-DE" dirty="0"/>
          </a:p>
          <a:p>
            <a:pPr lvl="1"/>
            <a:r>
              <a:rPr lang="de-DE" dirty="0"/>
              <a:t>References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51098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2173A-3B9B-B126-34BB-A1AB30F80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3E518F-2DF9-14D7-C38F-52A586E41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Vector DB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2463B0-4854-200A-CA76-A763F7738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find </a:t>
            </a:r>
            <a:r>
              <a:rPr lang="de-DE" dirty="0" err="1"/>
              <a:t>similar</a:t>
            </a:r>
            <a:r>
              <a:rPr lang="de-DE" dirty="0"/>
              <a:t> </a:t>
            </a:r>
            <a:r>
              <a:rPr lang="de-DE" dirty="0" err="1"/>
              <a:t>papers</a:t>
            </a:r>
            <a:r>
              <a:rPr lang="de-DE" dirty="0"/>
              <a:t> and </a:t>
            </a:r>
            <a:r>
              <a:rPr lang="de-DE" dirty="0" err="1"/>
              <a:t>store</a:t>
            </a:r>
            <a:r>
              <a:rPr lang="de-DE" dirty="0"/>
              <a:t> </a:t>
            </a:r>
            <a:r>
              <a:rPr lang="de-DE" dirty="0" err="1"/>
              <a:t>data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ChromaDB</a:t>
            </a:r>
            <a:endParaRPr lang="de-DE" dirty="0"/>
          </a:p>
          <a:p>
            <a:endParaRPr lang="de-DE" dirty="0"/>
          </a:p>
          <a:p>
            <a:r>
              <a:rPr lang="de-DE" dirty="0"/>
              <a:t>Title and </a:t>
            </a:r>
            <a:r>
              <a:rPr lang="de-DE" dirty="0" err="1"/>
              <a:t>abstract</a:t>
            </a:r>
            <a:r>
              <a:rPr lang="de-DE" dirty="0"/>
              <a:t> </a:t>
            </a:r>
            <a:r>
              <a:rPr lang="de-DE" dirty="0" err="1"/>
              <a:t>embedded</a:t>
            </a:r>
            <a:endParaRPr lang="de-DE" dirty="0"/>
          </a:p>
          <a:p>
            <a:endParaRPr lang="de-DE" dirty="0"/>
          </a:p>
          <a:p>
            <a:r>
              <a:rPr lang="de-DE" dirty="0"/>
              <a:t>SPECTER2</a:t>
            </a:r>
          </a:p>
          <a:p>
            <a:pPr lvl="1"/>
            <a:r>
              <a:rPr lang="de-DE" dirty="0" err="1"/>
              <a:t>Pretrained</a:t>
            </a:r>
            <a:r>
              <a:rPr lang="de-DE" dirty="0"/>
              <a:t> </a:t>
            </a:r>
            <a:r>
              <a:rPr lang="de-DE" dirty="0" err="1"/>
              <a:t>embedding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scientific</a:t>
            </a:r>
            <a:r>
              <a:rPr lang="de-DE" dirty="0"/>
              <a:t> </a:t>
            </a:r>
            <a:r>
              <a:rPr lang="de-DE" dirty="0" err="1"/>
              <a:t>papers</a:t>
            </a:r>
            <a:endParaRPr lang="de-DE" dirty="0"/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93224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50713-6FCD-D36F-CEAE-B1A09B95A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FA3CC4-D8D6-5321-1E2A-4171A42F0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Knowledge Graph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649C59-8998-8A8F-E537-C994BA394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find </a:t>
            </a:r>
            <a:r>
              <a:rPr lang="de-DE" dirty="0" err="1"/>
              <a:t>cited</a:t>
            </a:r>
            <a:r>
              <a:rPr lang="de-DE" dirty="0"/>
              <a:t> </a:t>
            </a:r>
            <a:r>
              <a:rPr lang="de-DE" dirty="0" err="1"/>
              <a:t>papers</a:t>
            </a:r>
            <a:r>
              <a:rPr lang="de-DE" dirty="0"/>
              <a:t> and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evaluate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performance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NetworkX</a:t>
            </a:r>
            <a:endParaRPr lang="de-DE" dirty="0"/>
          </a:p>
          <a:p>
            <a:endParaRPr lang="de-DE" dirty="0"/>
          </a:p>
          <a:p>
            <a:r>
              <a:rPr lang="de-DE" dirty="0"/>
              <a:t>Papers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nodes</a:t>
            </a:r>
            <a:endParaRPr lang="de-DE" dirty="0"/>
          </a:p>
          <a:p>
            <a:endParaRPr lang="de-DE" dirty="0"/>
          </a:p>
          <a:p>
            <a:r>
              <a:rPr lang="de-DE" dirty="0"/>
              <a:t>References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edges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629133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27CBC-5013-31A0-71F5-C922045FC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959558-BE03-5367-CF64-910363E50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Distilling</a:t>
            </a:r>
            <a:r>
              <a:rPr lang="de-DE" dirty="0"/>
              <a:t> </a:t>
            </a:r>
            <a:r>
              <a:rPr lang="de-DE" dirty="0" err="1"/>
              <a:t>theory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BD5518-B63A-3B85-CA3F-3637C3456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14613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A370B-6D40-BB23-D95C-D0E2252A9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66D4FF-C8DC-7A65-600F-ABC53539A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Teacher and </a:t>
            </a:r>
            <a:r>
              <a:rPr lang="de-DE" dirty="0" err="1"/>
              <a:t>student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85957C-871F-4FFF-CC8C-374E020E1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197131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30E0F-2E67-D672-4DD0-A1744CDBF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D9CD99-4A59-8E55-7FD5-4B47F4706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Input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teacher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E2D45E-931E-532E-C843-D478FE791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every</a:t>
            </a:r>
            <a:r>
              <a:rPr lang="de-DE" dirty="0"/>
              <a:t> </a:t>
            </a:r>
            <a:r>
              <a:rPr lang="de-DE" dirty="0" err="1"/>
              <a:t>stored</a:t>
            </a:r>
            <a:r>
              <a:rPr lang="de-DE" dirty="0"/>
              <a:t> </a:t>
            </a:r>
            <a:r>
              <a:rPr lang="de-DE" dirty="0" err="1"/>
              <a:t>paper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prompt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get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teacher</a:t>
            </a:r>
            <a:r>
              <a:rPr lang="de-DE" dirty="0"/>
              <a:t> </a:t>
            </a:r>
            <a:r>
              <a:rPr lang="de-DE" dirty="0" err="1"/>
              <a:t>output</a:t>
            </a:r>
            <a:endParaRPr lang="de-DE" dirty="0"/>
          </a:p>
          <a:p>
            <a:endParaRPr lang="de-DE" dirty="0"/>
          </a:p>
          <a:p>
            <a:r>
              <a:rPr lang="de-DE" dirty="0"/>
              <a:t>Random </a:t>
            </a:r>
            <a:r>
              <a:rPr lang="de-DE" dirty="0" err="1"/>
              <a:t>question</a:t>
            </a:r>
            <a:endParaRPr lang="de-DE" dirty="0"/>
          </a:p>
          <a:p>
            <a:endParaRPr lang="de-DE" dirty="0"/>
          </a:p>
          <a:p>
            <a:r>
              <a:rPr lang="de-DE" dirty="0"/>
              <a:t>Data:</a:t>
            </a:r>
          </a:p>
          <a:p>
            <a:pPr lvl="1"/>
            <a:r>
              <a:rPr lang="de-DE" dirty="0"/>
              <a:t>Data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current</a:t>
            </a:r>
            <a:r>
              <a:rPr lang="de-DE" dirty="0"/>
              <a:t> </a:t>
            </a:r>
            <a:r>
              <a:rPr lang="de-DE" dirty="0" err="1"/>
              <a:t>paper</a:t>
            </a:r>
            <a:r>
              <a:rPr lang="de-DE" dirty="0"/>
              <a:t> (</a:t>
            </a:r>
            <a:r>
              <a:rPr lang="de-DE" dirty="0" err="1"/>
              <a:t>including</a:t>
            </a:r>
            <a:r>
              <a:rPr lang="de-DE" dirty="0"/>
              <a:t> </a:t>
            </a:r>
            <a:r>
              <a:rPr lang="de-DE" dirty="0" err="1"/>
              <a:t>abstract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Data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similar</a:t>
            </a:r>
            <a:r>
              <a:rPr lang="de-DE" dirty="0"/>
              <a:t> </a:t>
            </a:r>
            <a:r>
              <a:rPr lang="de-DE" dirty="0" err="1"/>
              <a:t>papers</a:t>
            </a:r>
            <a:r>
              <a:rPr lang="de-DE" dirty="0"/>
              <a:t> </a:t>
            </a:r>
            <a:r>
              <a:rPr lang="de-DE" dirty="0" err="1"/>
              <a:t>according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ChromaDB</a:t>
            </a:r>
            <a:r>
              <a:rPr lang="de-DE" dirty="0"/>
              <a:t> (</a:t>
            </a:r>
            <a:r>
              <a:rPr lang="de-DE" dirty="0" err="1"/>
              <a:t>including</a:t>
            </a:r>
            <a:r>
              <a:rPr lang="de-DE" dirty="0"/>
              <a:t> </a:t>
            </a:r>
            <a:r>
              <a:rPr lang="de-DE" dirty="0" err="1"/>
              <a:t>abstract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Data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cited</a:t>
            </a:r>
            <a:r>
              <a:rPr lang="de-DE" dirty="0"/>
              <a:t> </a:t>
            </a:r>
            <a:r>
              <a:rPr lang="de-DE" dirty="0" err="1"/>
              <a:t>papers</a:t>
            </a:r>
            <a:r>
              <a:rPr lang="de-DE" dirty="0"/>
              <a:t> (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abstract</a:t>
            </a:r>
            <a:r>
              <a:rPr lang="de-DE" dirty="0"/>
              <a:t>) (title, </a:t>
            </a:r>
            <a:r>
              <a:rPr lang="de-DE" dirty="0" err="1"/>
              <a:t>year</a:t>
            </a:r>
            <a:r>
              <a:rPr lang="de-DE" dirty="0"/>
              <a:t>, </a:t>
            </a:r>
            <a:r>
              <a:rPr lang="de-DE" dirty="0" err="1"/>
              <a:t>authors</a:t>
            </a:r>
            <a:r>
              <a:rPr lang="de-DE" dirty="0"/>
              <a:t>, </a:t>
            </a:r>
            <a:r>
              <a:rPr lang="de-DE" dirty="0" err="1"/>
              <a:t>venue</a:t>
            </a:r>
            <a:r>
              <a:rPr lang="de-DE" dirty="0"/>
              <a:t>)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355807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ABB85-E363-471C-F5DD-5E78177C7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28BA9D-3310-286C-8899-498499C7F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Input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student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7FC1C51-71CC-5501-CC3C-ED1EAB584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Input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teacher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DE" dirty="0"/>
          </a:p>
          <a:p>
            <a:endParaRPr lang="de-DE" dirty="0"/>
          </a:p>
          <a:p>
            <a:r>
              <a:rPr lang="de-DE" dirty="0"/>
              <a:t>Output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teacher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DE" dirty="0"/>
          </a:p>
          <a:p>
            <a:endParaRPr lang="de-DE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237881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</Words>
  <Application>Microsoft Office PowerPoint</Application>
  <PresentationFormat>Breitbild</PresentationFormat>
  <Paragraphs>48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</vt:lpstr>
      <vt:lpstr>PowerPoint-Präsentation</vt:lpstr>
      <vt:lpstr>Goal</vt:lpstr>
      <vt:lpstr>Retrieved data</vt:lpstr>
      <vt:lpstr>Vector DB</vt:lpstr>
      <vt:lpstr>Knowledge Graph</vt:lpstr>
      <vt:lpstr>Distilling theory</vt:lpstr>
      <vt:lpstr>Teacher and student model</vt:lpstr>
      <vt:lpstr>Input for teacher model</vt:lpstr>
      <vt:lpstr>Input for student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Reno Komarek</dc:creator>
  <cp:lastModifiedBy>Reno Komarek</cp:lastModifiedBy>
  <cp:revision>2</cp:revision>
  <dcterms:created xsi:type="dcterms:W3CDTF">2026-06-30T20:41:42Z</dcterms:created>
  <dcterms:modified xsi:type="dcterms:W3CDTF">2026-06-30T20:50:58Z</dcterms:modified>
</cp:coreProperties>
</file>